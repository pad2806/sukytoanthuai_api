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5D3A1A"/>
                </a:solidFill>
                <a:latin typeface="Georgia"/>
              </a:defRPr>
            </a:pPr>
            <a:r>
              <a:t>Khoi nghia Hai Ba Trung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7A5A3A"/>
                </a:solidFill>
                <a:latin typeface="Calibri"/>
              </a:defRPr>
            </a:pPr>
            <a:r>
              <a:t>Cuoc khoi nghia dau tien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754880"/>
            <a:ext cx="1828800" cy="38100"/>
          </a:xfrm>
          <a:prstGeom prst="rect">
            <a:avLst/>
          </a:prstGeom>
          <a:solidFill>
            <a:srgbClr val="8B5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5029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B5E34"/>
                </a:solidFill>
                <a:latin typeface="Calibri"/>
              </a:defRPr>
            </a:pPr>
            <a:r>
              <a:t>40 SCN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02920"/>
          </a:xfrm>
          <a:prstGeom prst="rect">
            <a:avLst/>
          </a:prstGeom>
          <a:solidFill>
            <a:srgbClr val="8B5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5D3A1A"/>
                </a:solidFill>
                <a:latin typeface="Georgia"/>
              </a:defRPr>
            </a:pPr>
            <a:r>
              <a:t>Boi canh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8B5E34"/>
                </a:solidFill>
                <a:latin typeface="Calibri"/>
              </a:defRPr>
            </a:pPr>
            <a:r>
              <a:t>crown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5D3A1A"/>
                </a:solidFill>
                <a:latin typeface="Georgia"/>
              </a:defRPr>
            </a:pPr>
            <a:r>
              <a:t>Trong nuoc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7A5A3A"/>
                </a:solidFill>
                <a:latin typeface="Calibri"/>
              </a:defRPr>
            </a:pPr>
            <a:r>
              <a:t>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8B5E34"/>
                </a:solidFill>
                <a:latin typeface="Calibri"/>
              </a:defRPr>
            </a:pPr>
            <a:r>
              <a:t>skull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432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5D3A1A"/>
                </a:solidFill>
                <a:latin typeface="Georgia"/>
              </a:defRPr>
            </a:pPr>
            <a:r>
              <a:t>Quoc 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91840"/>
            <a:ext cx="4480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7A5A3A"/>
                </a:solidFill>
                <a:latin typeface="Calibri"/>
              </a:defRPr>
            </a:pPr>
            <a:r>
              <a:t>Test2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02920"/>
          </a:xfrm>
          <a:prstGeom prst="rect">
            <a:avLst/>
          </a:prstGeom>
          <a:solidFill>
            <a:srgbClr val="8B5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5D3A1A"/>
                </a:solidFill>
                <a:latin typeface="Georgia"/>
              </a:defRPr>
            </a:pPr>
            <a:r>
              <a:t>Dien bien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7A5A3A"/>
                </a:solidFill>
                <a:latin typeface="Calibri"/>
              </a:defRPr>
            </a:pPr>
            <a:r>
              <a:t>Desc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D3A1A"/>
                </a:solidFill>
                <a:latin typeface="Calibri"/>
              </a:defRPr>
            </a:pPr>
            <a:r>
              <a:t>● 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D3A1A"/>
                </a:solidFill>
                <a:latin typeface="Calibri"/>
              </a:defRPr>
            </a:pPr>
            <a:r>
              <a:t>● 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D3A1A"/>
                </a:solidFill>
                <a:latin typeface="Calibri"/>
              </a:defRPr>
            </a:pPr>
            <a:r>
              <a:t>●  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28016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02920"/>
          </a:xfrm>
          <a:prstGeom prst="rect">
            <a:avLst/>
          </a:prstGeom>
          <a:solidFill>
            <a:srgbClr val="8B5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5D3A1A"/>
                </a:solidFill>
                <a:latin typeface="Georgia"/>
              </a:defRPr>
            </a:pPr>
            <a:r>
              <a:t>Moc thoi gian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492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5D3A1A"/>
                </a:solidFill>
                <a:latin typeface="Georgia"/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B5E34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7A5A3A"/>
                </a:solidFill>
                <a:latin typeface="Calibri"/>
              </a:defRPr>
            </a:pPr>
            <a:r>
              <a:t>T1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34924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5D3A1A"/>
                </a:solidFill>
                <a:latin typeface="Georgia"/>
              </a:defRPr>
            </a:pPr>
            <a: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B5E34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1089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7A5A3A"/>
                </a:solidFill>
                <a:latin typeface="Calibri"/>
              </a:defRPr>
            </a:pPr>
            <a:r>
              <a:t>T2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5D3A1A"/>
                </a:solidFill>
                <a:latin typeface="Georgia"/>
              </a:defRPr>
            </a:pPr>
            <a:r>
              <a:t>Ket qua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7A5A3A"/>
                </a:solidFill>
                <a:latin typeface="Calibri"/>
              </a:defRPr>
            </a:pPr>
            <a:r>
              <a:t>Bai hoc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0927" y="228600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95247" y="274320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7A5A3A"/>
                </a:solidFill>
                <a:latin typeface="Calibri"/>
              </a:defRPr>
            </a:pPr>
            <a:r>
              <a:t>B1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5647" y="228600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69967" y="274320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7A5A3A"/>
                </a:solidFill>
                <a:latin typeface="Calibri"/>
              </a:defRPr>
            </a:pPr>
            <a:r>
              <a:t>B2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0367" y="2286000"/>
            <a:ext cx="32004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D5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4687" y="274320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7A5A3A"/>
                </a:solidFill>
                <a:latin typeface="Calibri"/>
              </a:defRPr>
            </a:pPr>
            <a:r>
              <a:t>B3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1">
                <a:solidFill>
                  <a:srgbClr val="8B5E34"/>
                </a:solidFill>
                <a:latin typeface="Calibri"/>
              </a:defRPr>
            </a:pPr>
            <a:r>
              <a:t>Footer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